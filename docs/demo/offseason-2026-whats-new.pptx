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Tour of everything added since last season. Screens show mid-season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fantasyleagueinfo.onrender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5120640" cy="5120640"/>
          </a:xfrm>
          <a:prstGeom prst="ellipse">
            <a:avLst/>
          </a:prstGeom>
          <a:solidFill>
            <a:srgbClr val="22314F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011680" cy="2011680"/>
          </a:xfrm>
          <a:prstGeom prst="ellipse">
            <a:avLst/>
          </a:prstGeom>
          <a:ln w="254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LEAGUE INFO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859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5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built</a:t>
            </a:r>
            <a:endParaRPr lang="en-US" sz="5000" dirty="0"/>
          </a:p>
          <a:p>
            <a:pPr indent="0" marL="0">
              <a:lnSpc>
                <a:spcPts val="55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over the offseason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new things — trends, projections, a player page, and games.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What's new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is already live.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1214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532888"/>
            <a:ext cx="292608" cy="29260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93522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navbar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30098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everything sits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16352" y="2331720"/>
            <a:ext cx="21214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99232" y="2532888"/>
            <a:ext cx="292608" cy="29260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1" name="Text 9"/>
          <p:cNvSpPr/>
          <p:nvPr/>
        </p:nvSpPr>
        <p:spPr>
          <a:xfrm>
            <a:off x="2999232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99232" y="293522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99232" y="330098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just changed role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84064" y="2331720"/>
            <a:ext cx="21214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66944" y="2532888"/>
            <a:ext cx="292608" cy="29260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5266944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66944" y="293522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Rankings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66944" y="330098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8-cat z-scores, your weights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51776" y="2331720"/>
            <a:ext cx="21214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34656" y="2532888"/>
            <a:ext cx="292608" cy="29260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1" name="Text 19"/>
          <p:cNvSpPr/>
          <p:nvPr/>
        </p:nvSpPr>
        <p:spPr>
          <a:xfrm>
            <a:off x="7534656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34656" y="293522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534656" y="330098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for tonight's games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19488" y="2331720"/>
            <a:ext cx="21214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02368" y="2532888"/>
            <a:ext cx="292608" cy="29260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6" name="Text 24"/>
          <p:cNvSpPr/>
          <p:nvPr/>
        </p:nvSpPr>
        <p:spPr>
          <a:xfrm>
            <a:off x="9802368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802368" y="293522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Matchup Quality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802368" y="330098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defend each cat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014216"/>
            <a:ext cx="21214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215384"/>
            <a:ext cx="292608" cy="29260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1520" y="4617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Page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31520" y="4983480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player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816352" y="4014216"/>
            <a:ext cx="21214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99232" y="4215384"/>
            <a:ext cx="292608" cy="29260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6" name="Text 34"/>
          <p:cNvSpPr/>
          <p:nvPr/>
        </p:nvSpPr>
        <p:spPr>
          <a:xfrm>
            <a:off x="2999232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999232" y="4617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usage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2999232" y="4983480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left in every slot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84064" y="4014216"/>
            <a:ext cx="21214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66944" y="4215384"/>
            <a:ext cx="292608" cy="29260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41" name="Text 39"/>
          <p:cNvSpPr/>
          <p:nvPr/>
        </p:nvSpPr>
        <p:spPr>
          <a:xfrm>
            <a:off x="5266944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266944" y="4617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ranges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266944" y="4983480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window you want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351776" y="4014216"/>
            <a:ext cx="21214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534656" y="4215384"/>
            <a:ext cx="292608" cy="29260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46" name="Text 44"/>
          <p:cNvSpPr/>
          <p:nvPr/>
        </p:nvSpPr>
        <p:spPr>
          <a:xfrm>
            <a:off x="7534656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534656" y="4617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Minigames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534656" y="4983480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games, four leaderboards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619488" y="4014216"/>
            <a:ext cx="212140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802368" y="4215384"/>
            <a:ext cx="292608" cy="29260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1" name="Text 49"/>
          <p:cNvSpPr/>
          <p:nvPr/>
        </p:nvSpPr>
        <p:spPr>
          <a:xfrm>
            <a:off x="9802368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802368" y="46177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802368" y="4983480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Ctrl+K to jump anywhere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New Navbar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everything sits now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menus: League, Players, Insights, Tools, Minigames, NBA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1655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Projections and Analytics live under Insights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1131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sits on the right — or hit Ctrl + K</a:t>
            </a:r>
            <a:endParaRPr lang="en-US" sz="1600" dirty="0"/>
          </a:p>
        </p:txBody>
      </p:sp>
      <p:pic>
        <p:nvPicPr>
          <p:cNvPr id="8" name="Image 0" descr="C:\Users\asafh\OneDrive\שולחן העבודה\fantasyAverageWeb\docs\demo\shots\crop\01-nav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5728"/>
            <a:ext cx="11064240" cy="3611245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Trends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just got more minutes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15600" y="658368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658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minutes swings vs season average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column: free agent, or whose roster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1393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7d / 15d / 30d, or any custom range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position, team, minimum games</a:t>
            </a:r>
            <a:endParaRPr lang="en-US" sz="1600" dirty="0"/>
          </a:p>
        </p:txBody>
      </p:sp>
      <p:pic>
        <p:nvPicPr>
          <p:cNvPr id="9" name="Image 0" descr="C:\Users\asafh\OneDrive\שולחן העבודה\fantasyAverageWeb\docs\demo\shots\crop\10-trends-min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803" y="2880360"/>
            <a:ext cx="8856490" cy="3794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Trends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row, get the chart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15600" y="658368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658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in every game this season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band = the recency window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1393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 = season average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charts sit on each player's page</a:t>
            </a:r>
            <a:endParaRPr lang="en-US" sz="1600" dirty="0"/>
          </a:p>
        </p:txBody>
      </p:sp>
      <p:pic>
        <p:nvPicPr>
          <p:cNvPr id="9" name="Image 0" descr="C:\Users\asafh\OneDrive\שולחן העבודה\fantasyAverageWeb\docs\demo\shots\crop\13-trends-minutes-expa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667" y="2880360"/>
            <a:ext cx="9586762" cy="3794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Trends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and role changes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15600" y="658368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658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Usage% line with minutes as bars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= minutes and usage moved together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1393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= same minutes, more of the offense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breakouts before the box scores</a:t>
            </a:r>
            <a:endParaRPr lang="en-US" sz="1600" dirty="0"/>
          </a:p>
        </p:txBody>
      </p:sp>
      <p:pic>
        <p:nvPicPr>
          <p:cNvPr id="9" name="Image 0" descr="C:\Users\asafh\OneDrive\שולחן העבודה\fantasyAverageWeb\docs\demo\shots\crop\14-trends-usage-expa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667" y="2880360"/>
            <a:ext cx="9586762" cy="3794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Trends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 due to regress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15600" y="658368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658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and cold streaks vs his own baseline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last season, or prior two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1393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it normalizes” = makes/game you'd lose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mode, or just the recent window</a:t>
            </a:r>
            <a:endParaRPr lang="en-US" sz="1600" dirty="0"/>
          </a:p>
        </p:txBody>
      </p:sp>
      <p:pic>
        <p:nvPicPr>
          <p:cNvPr id="9" name="Image 0" descr="C:\Users\asafh\OneDrive\שולחן העבודה\fantasyAverageWeb\docs\demo\shots\crop\15-trends-shooting-expa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667" y="2880360"/>
            <a:ext cx="9586762" cy="3794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Player Rankings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pool, ranked by 8-cat value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player ranked, best value first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8-cat z-scores over any date range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1393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the weights to match your build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 a category with one click</a:t>
            </a:r>
            <a:endParaRPr lang="en-US" sz="1600" dirty="0"/>
          </a:p>
        </p:txBody>
      </p:sp>
      <p:pic>
        <p:nvPicPr>
          <p:cNvPr id="7" name="Image 0" descr="C:\Users\asafh\OneDrive\שולחן העבודה\fantasyAverageWeb\docs\demo\shots\crop\20-player-rank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052" y="2880360"/>
            <a:ext cx="8659991" cy="3794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for every player tonight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stat line for the whole slate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minutes, the projection updates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1393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 = enough recent games to trust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 player pages, players and roster tables</a:t>
            </a:r>
            <a:endParaRPr lang="en-US" sz="1600" dirty="0"/>
          </a:p>
        </p:txBody>
      </p:sp>
      <p:pic>
        <p:nvPicPr>
          <p:cNvPr id="7" name="Image 0" descr="C:\Users\asafh\OneDrive\שולחן העבודה\fantasyAverageWeb\docs\demo\shots\crop\21-proje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880360"/>
            <a:ext cx="11064240" cy="3303905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Matchup Quality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your player draws tonight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15600" y="658368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658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opponent, right in the table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1655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= best category to attack, for him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1131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column on the team roster page</a:t>
            </a:r>
            <a:endParaRPr lang="en-US" sz="1600" dirty="0"/>
          </a:p>
        </p:txBody>
      </p:sp>
      <p:pic>
        <p:nvPicPr>
          <p:cNvPr id="10" name="Image 0" descr="C:\Users\asafh\OneDrive\שולחן העבודה\fantasyAverageWeb\docs\demo\shots\crop\02-p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5728"/>
            <a:ext cx="11064240" cy="2650808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Matchup Quality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row for the detail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15600" y="658368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658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Opponent's defensive rank in all 7 cats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soft matchup, red = avoid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1393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shown against league average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projection sits underneath</a:t>
            </a:r>
            <a:endParaRPr lang="en-US" sz="1600" dirty="0"/>
          </a:p>
        </p:txBody>
      </p:sp>
      <p:pic>
        <p:nvPicPr>
          <p:cNvPr id="9" name="Image 0" descr="C:\Users\asafh\OneDrive\שולחן העבודה\fantasyAverageWeb\docs\demo\shots\crop\03-players-matchup-expa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880360"/>
            <a:ext cx="10972800" cy="3794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Slot Usage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left in every lineup slot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games used, and how far off NBA pace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the most that slot can still reach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13932" y="1691640"/>
            <a:ext cx="53721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Est.: where you finish if the pace holds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old slots view</a:t>
            </a:r>
            <a:endParaRPr lang="en-US" sz="1600" dirty="0"/>
          </a:p>
        </p:txBody>
      </p:sp>
      <p:pic>
        <p:nvPicPr>
          <p:cNvPr id="7" name="Image 0" descr="C:\Users\asafh\OneDrive\שולחן העבודה\fantasyAverageWeb\docs\demo\shots\crop\50-team-s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880360"/>
            <a:ext cx="11064240" cy="3188653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Player Page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player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15600" y="658368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658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011680"/>
            <a:ext cx="2743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Bio, team, and who rosters him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· L7 · L15 · L30 · custom range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from every table and from search</a:t>
            </a:r>
            <a:endParaRPr lang="en-US" sz="1650" dirty="0"/>
          </a:p>
        </p:txBody>
      </p:sp>
      <p:pic>
        <p:nvPicPr>
          <p:cNvPr id="8" name="Image 0" descr="C:\Users\asafh\OneDrive\שולחן העבודה\fantasyAverageWeb\docs\demo\shots\40-player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2911" y="1691640"/>
            <a:ext cx="7958938" cy="497433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Player Page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tonight, together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15600" y="658368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658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011680"/>
            <a:ext cx="2743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usage and shooting charts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trend data, scoped to one player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Next-game projection at the bottom</a:t>
            </a:r>
            <a:endParaRPr lang="en-US" sz="1650" dirty="0"/>
          </a:p>
        </p:txBody>
      </p:sp>
      <p:pic>
        <p:nvPicPr>
          <p:cNvPr id="8" name="Image 0" descr="C:\Users\asafh\OneDrive\שולחן העבודה\fantasyAverageWeb\docs\demo\shots\41-player-page-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2911" y="1691640"/>
            <a:ext cx="7958938" cy="497433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Date Ranges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window, not just 7 / 15 / 30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start and end date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1655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Players, teams, player pages and trends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1131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“since the trade” questions</a:t>
            </a:r>
            <a:endParaRPr lang="en-US" sz="1600" dirty="0"/>
          </a:p>
        </p:txBody>
      </p:sp>
      <p:pic>
        <p:nvPicPr>
          <p:cNvPr id="8" name="Image 0" descr="C:\Users\asafh\OneDrive\שולחן העבודה\fantasyAverageWeb\docs\demo\shots\crop\04-players-custom-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5728"/>
            <a:ext cx="11064240" cy="27660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Global Search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K from anywhere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179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Players, fantasy teams, NBA teams, pages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1655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to move, Enter to open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1131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agents and injured flagged inline</a:t>
            </a:r>
            <a:endParaRPr lang="en-US" sz="1600" dirty="0"/>
          </a:p>
        </p:txBody>
      </p:sp>
      <p:pic>
        <p:nvPicPr>
          <p:cNvPr id="8" name="Image 0" descr="C:\Users\asafh\OneDrive\שולחן העבודה\fantasyAverageWeb\docs\demo\shots\crop\60-global-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5728"/>
            <a:ext cx="11064240" cy="353441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Minigames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NBA guessing games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15600" y="658368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658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Hangman, Who He Play For, Who Am I, Now You See 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1655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game keeps its own top-10 streak 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11312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rounds on two of them — 30s and 60s</a:t>
            </a:r>
            <a:endParaRPr lang="en-US" sz="1600" dirty="0"/>
          </a:p>
        </p:txBody>
      </p:sp>
      <p:pic>
        <p:nvPicPr>
          <p:cNvPr id="10" name="Image 0" descr="C:\Users\asafh\OneDrive\שולחן העבודה\fantasyAverageWeb\docs\demo\shots\crop\30-minigames-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071" y="2395728"/>
            <a:ext cx="9757954" cy="37947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Minigames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Hangman and Who He Play For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15600" y="658368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658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400" dirty="0"/>
          </a:p>
        </p:txBody>
      </p:sp>
      <p:pic>
        <p:nvPicPr>
          <p:cNvPr id="7" name="Image 0" descr="C:\Users\asafh\OneDrive\שולחן העבודה\fantasyAverageWeb\docs\demo\shots\crop\33-minigame-hang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5532120" cy="345643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  <p:pic>
        <p:nvPicPr>
          <p:cNvPr id="8" name="Image 1" descr="C:\Users\asafh\OneDrive\שולחן העבודה\fantasyAverageWeb\docs\demo\shots\crop\34-minigame-who-he-play-f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74520"/>
            <a:ext cx="5532120" cy="345643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566928" y="544068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Hangman — guess the name, build a streak.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172200" y="544068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He Play For — pick his team, 30s a round.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66928" y="587044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are shared across the league.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Minigames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Am I and Now You See 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515600" y="658368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FF2D9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658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400" dirty="0"/>
          </a:p>
        </p:txBody>
      </p:sp>
      <p:pic>
        <p:nvPicPr>
          <p:cNvPr id="7" name="Image 0" descr="C:\Users\asafh\OneDrive\שולחן העבודה\fantasyAverageWeb\docs\demo\shots\crop\31-minigame-who-am-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5532120" cy="345643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  <p:pic>
        <p:nvPicPr>
          <p:cNvPr id="8" name="Image 1" descr="C:\Users\asafh\OneDrive\שולחן העבודה\fantasyAverageWeb\docs\demo\shots\crop\32-minigame-now-you-see-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74520"/>
            <a:ext cx="5532120" cy="345643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566928" y="544068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Am I — Poeltl-style clues, eight guesses.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172200" y="544068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See Me — name him from the photo, 60s.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66928" y="587044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cost you a place on the board.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932688"/>
          </a:xfrm>
          <a:prstGeom prst="roundRect">
            <a:avLst>
              <a:gd name="adj" fmla="val 50000"/>
            </a:avLst>
          </a:prstGeom>
          <a:solidFill>
            <a:srgbClr val="FCA31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50292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Mobile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133856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works on your phone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214884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5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390px screen, not shrunk</a:t>
            </a:r>
            <a:endParaRPr lang="en-US" sz="1700" dirty="0"/>
          </a:p>
          <a:p>
            <a:pPr marL="342900" indent="-342900">
              <a:lnSpc>
                <a:spcPts val="25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scroll with the player column pinned</a:t>
            </a:r>
            <a:endParaRPr lang="en-US" sz="1700" dirty="0"/>
          </a:p>
          <a:p>
            <a:pPr marL="342900" indent="-342900">
              <a:lnSpc>
                <a:spcPts val="25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filters and pickers all reflow</a:t>
            </a:r>
            <a:endParaRPr lang="en-US" sz="1700" dirty="0"/>
          </a:p>
        </p:txBody>
      </p:sp>
      <p:pic>
        <p:nvPicPr>
          <p:cNvPr id="6" name="Image 0" descr="C:\Users\asafh\OneDrive\שולחן העבודה\fantasyAverageWeb\docs\demo\shots\70-mobile-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645920"/>
            <a:ext cx="2331720" cy="5047488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  <p:pic>
        <p:nvPicPr>
          <p:cNvPr id="7" name="Image 1" descr="C:\Users\asafh\OneDrive\שולחן העבודה\fantasyAverageWeb\docs\demo\shots\71-mobile-player-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645920"/>
            <a:ext cx="2331720" cy="5047488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B1220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108960"/>
            <a:ext cx="4937760" cy="4937760"/>
          </a:xfrm>
          <a:prstGeom prst="ellipse">
            <a:avLst/>
          </a:prstGeom>
          <a:solidFill>
            <a:srgbClr val="2231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640080"/>
            <a:ext cx="1554480" cy="1554480"/>
          </a:xfrm>
          <a:prstGeom prst="ellipse">
            <a:avLst/>
          </a:prstGeom>
          <a:ln w="25400">
            <a:solidFill>
              <a:srgbClr val="FCA3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011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 break it</a:t>
            </a:r>
            <a:endParaRPr lang="en-US" sz="4800" dirty="0"/>
          </a:p>
        </p:txBody>
      </p:sp>
      <p:sp>
        <p:nvSpPr>
          <p:cNvPr id="5" name="Text 3">
            <a:hlinkClick r:id="rId1" tooltip="fantasyleagueinfo.onrender.com"/>
          </p:cNvPr>
          <p:cNvSpPr/>
          <p:nvPr/>
        </p:nvSpPr>
        <p:spPr>
          <a:xfrm>
            <a:off x="1005840" y="315468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fantasyleagueinfo.onrender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fantasyleagueinfo.onrender.com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Offseason Update 2026</dc:title>
  <dc:subject>PptxGenJS Presentation</dc:subject>
  <dc:creator>Asaf Shai</dc:creator>
  <cp:lastModifiedBy>Asaf Shai</cp:lastModifiedBy>
  <cp:revision>1</cp:revision>
  <dcterms:created xsi:type="dcterms:W3CDTF">2026-08-14T12:01:04Z</dcterms:created>
  <dcterms:modified xsi:type="dcterms:W3CDTF">2026-08-14T12:01:04Z</dcterms:modified>
</cp:coreProperties>
</file>